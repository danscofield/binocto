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30352"/>
            <a:ext cx="11274552" cy="54864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Vulnerability Research Before Agentic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D6F1"/>
                </a:solidFill>
              </a:rPr>
              <a:t>Expert-bottlenecked tools that don't compose — and don't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8DFF"/>
                </a:solidFill>
              </a:rPr>
              <a:t>Traditional approaches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89888"/>
            <a:ext cx="5394960" cy="109728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146304" cy="1097280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8DFF"/>
                </a:solidFill>
              </a:rPr>
              <a:t>Manual reverse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10512"/>
            <a:ext cx="498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Ghidra / IDA Pro + human expert.
Days to weeks per binary. Doesn't scale.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5394960" cy="109728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146304" cy="1097280"/>
          </a:xfrm>
          <a:prstGeom prst="rect">
            <a:avLst/>
          </a:prstGeom>
          <a:solidFill>
            <a:srgbClr val="7CE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33472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E8B4"/>
                </a:solidFill>
              </a:rPr>
              <a:t>Rule-based static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80944"/>
            <a:ext cx="498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Coverity, CodeQL, Semgrep.
Patterns written by humans — miss novel code paths,
high false-positive rates, can't reason about context.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30752"/>
            <a:ext cx="5394960" cy="109728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730752"/>
            <a:ext cx="146304" cy="1097280"/>
          </a:xfrm>
          <a:prstGeom prst="rect">
            <a:avLst/>
          </a:prstGeom>
          <a:solidFill>
            <a:srgbClr val="FF7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03904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C5C"/>
                </a:solidFill>
              </a:rPr>
              <a:t>Symbolic execution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51376"/>
            <a:ext cx="498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KLEE, angr, Triton.
Models all possible paths algebraically.
Path explosion: state space doubles at every branch.
Practical ceiling ~10k lines of code.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901184"/>
            <a:ext cx="5394960" cy="109728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901184"/>
            <a:ext cx="146304" cy="1097280"/>
          </a:xfrm>
          <a:prstGeom prst="rect">
            <a:avLst/>
          </a:prstGeom>
          <a:solidFill>
            <a:srgbClr val="FFC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974336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C55"/>
                </a:solidFill>
              </a:rPr>
              <a:t>Fuzzing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21808"/>
            <a:ext cx="498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AFL++, LibFuzzer, honggfuzz.
Excellent at crashing — poor at understanding
what configuration is required to reach a path.
Blind to semantic preconditions.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102412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7C5C"/>
                </a:solidFill>
              </a:rPr>
              <a:t>Why they fall short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1389888"/>
            <a:ext cx="5669280" cy="109728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80760" y="1389888"/>
            <a:ext cx="146304" cy="1097280"/>
          </a:xfrm>
          <a:prstGeom prst="rect">
            <a:avLst/>
          </a:prstGeom>
          <a:solidFill>
            <a:srgbClr val="FF7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146304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C5C"/>
                </a:solidFill>
              </a:rPr>
              <a:t>No semantic reasoning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1810512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Static tools match patterns; they cannot ask: if this flag were absent, would the attacker still reach the sink? That question requires understanding intent, not just code structure.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2560320"/>
            <a:ext cx="5669280" cy="109728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80760" y="2560320"/>
            <a:ext cx="146304" cy="1097280"/>
          </a:xfrm>
          <a:prstGeom prst="rect">
            <a:avLst/>
          </a:prstGeom>
          <a:solidFill>
            <a:srgbClr val="FF7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2633472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C5C"/>
                </a:solidFill>
              </a:rPr>
              <a:t>Doesn't compose across abstraction layers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2980944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A vulnerability may require: a CLI flag → sets a global → tested in a dispatcher → calls a handler → passes user input to system(). Each tool sees one layer. None connect them automatically.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60" y="3730752"/>
            <a:ext cx="5669280" cy="109728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80760" y="3730752"/>
            <a:ext cx="146304" cy="1097280"/>
          </a:xfrm>
          <a:prstGeom prst="rect">
            <a:avLst/>
          </a:prstGeom>
          <a:solidFill>
            <a:srgbClr val="FF7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3803904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C5C"/>
                </a:solidFill>
              </a:rPr>
              <a:t>Configuration blindness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151376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Symbolic execution explores code paths but has no model of what argv, config files, or prior HTTP requests mean. Preconditions — the thing defenders actually need — are invisible to the tool.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4901184"/>
            <a:ext cx="5669280" cy="109728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80760" y="4901184"/>
            <a:ext cx="146304" cy="1097280"/>
          </a:xfrm>
          <a:prstGeom prst="rect">
            <a:avLst/>
          </a:prstGeom>
          <a:solidFill>
            <a:srgbClr val="77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4974336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788AA"/>
                </a:solidFill>
              </a:rPr>
              <a:t>Expert dependency never eliminated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5321808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Every tool in this stack produces raw output that requires a skilled analyst to interpret, triage, and connect into an actionable finding. Automation assists; it does not replace.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06440" y="1005840"/>
            <a:ext cx="36576" cy="5349240"/>
          </a:xfrm>
          <a:prstGeom prst="rect">
            <a:avLst/>
          </a:prstGeom>
          <a:solidFill>
            <a:srgbClr val="2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30352"/>
            <a:ext cx="11274552" cy="54864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DARPA's Decade-Long Push  —  Still an Open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D6F1"/>
                </a:solidFill>
              </a:rPr>
              <a:t>Hundreds of millions of dollars, world-class teams, eight years of competition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15568"/>
            <a:ext cx="3520440" cy="512064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15568"/>
            <a:ext cx="3520440" cy="256032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14300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0F1A"/>
                </a:solidFill>
              </a:rPr>
              <a:t>2014 – 2016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1417320"/>
            <a:ext cx="3337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8DFF"/>
                </a:solidFill>
              </a:rPr>
              <a:t>CGC
Cyber Grand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2121408"/>
            <a:ext cx="3337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First fully automated capture-the-flag tournament. Seven finalist systems competed on a custom sandboxed OS (DECREE) using purpose-built, toy-scale challenge binaries — not real-world software. Mayhem (CMU ForAllSecure) won.
Proved automation was possible in a controlled box. Did not generalise beyond the competition environment.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05656" y="1115568"/>
            <a:ext cx="3520440" cy="512064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05656" y="1115568"/>
            <a:ext cx="3520440" cy="256032"/>
          </a:xfrm>
          <a:prstGeom prst="rect">
            <a:avLst/>
          </a:prstGeom>
          <a:solidFill>
            <a:srgbClr val="FFC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15384" y="114300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0F1A"/>
                </a:solidFill>
              </a:rPr>
              <a:t>2016 – 2023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15384" y="1417320"/>
            <a:ext cx="3337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C55"/>
                </a:solidFill>
              </a:rPr>
              <a:t>HACCS &amp; related
Harnessing Autonomy for
Cybersecurity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15384" y="2121408"/>
            <a:ext cx="3337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Follow-on DARPA programs explored scaling automated analysis to larger and more realistic targets — networked systems, multi-component software, real OS kernels. Research advanced the state of the art in binary analysis, taint tracking, and automated exploit generation.
Scaling beyond lab conditions remained the central unsolved challenge.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99831" y="1115568"/>
            <a:ext cx="3520440" cy="512064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99831" y="1115568"/>
            <a:ext cx="3520440" cy="256032"/>
          </a:xfrm>
          <a:prstGeom prst="rect">
            <a:avLst/>
          </a:prstGeom>
          <a:solidFill>
            <a:srgbClr val="7CE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59" y="114300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0F1A"/>
                </a:solidFill>
              </a:rPr>
              <a:t>2023 – present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59" y="1417320"/>
            <a:ext cx="3337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E8B4"/>
                </a:solidFill>
              </a:rPr>
              <a:t>AIxCC
AI Cyber Challenge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59" y="2121408"/>
            <a:ext cx="3337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Two-year competition with ~$18.5 M in prizes, backed by Anthropic, Google, Microsoft, and OpenZeppelin. Targets real open-source software: Linux kernel, nginx, SQLite.
Marks the transition to LLM-assisted analysis. Semifinal results (2024) showed meaningful progress — but top systems still required significant human scaffolding and struggled with novel vulnerability classes at arbitrary scale.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1234440"/>
            <a:ext cx="11274552" cy="36576"/>
          </a:xfrm>
          <a:prstGeom prst="rect">
            <a:avLst/>
          </a:prstGeom>
          <a:solidFill>
            <a:srgbClr val="77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061972" y="1115568"/>
            <a:ext cx="228600" cy="228600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56148" y="1115568"/>
            <a:ext cx="228600" cy="228600"/>
          </a:xfrm>
          <a:prstGeom prst="rect">
            <a:avLst/>
          </a:prstGeom>
          <a:solidFill>
            <a:srgbClr val="FFC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50324" y="1115568"/>
            <a:ext cx="228600" cy="228600"/>
          </a:xfrm>
          <a:prstGeom prst="rect">
            <a:avLst/>
          </a:prstGeom>
          <a:solidFill>
            <a:srgbClr val="7CE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6291072"/>
            <a:ext cx="11338560" cy="475488"/>
          </a:xfrm>
          <a:prstGeom prst="rect">
            <a:avLst/>
          </a:prstGeom>
          <a:solidFill>
            <a:srgbClr val="140808"/>
          </a:solidFill>
          <a:ln w="15240">
            <a:solidFill>
              <a:srgbClr val="FF7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327648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F1"/>
                </a:solidFill>
              </a:rPr>
              <a:t>Eight years.  Hundreds of millions of dollars.  The world's best security researchers and AI labs.  Automated vulnerability analysis at general scale — across arbitrary real-world binaries, without human guidance — remains an open problem.  Agentic LLMs are the first technique to show genuine compositional reasoning across the full analysis chain.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