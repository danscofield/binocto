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4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Binary Vulnerability Analysis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D6F1"/>
                </a:solidFill>
              </a:rPr>
              <a:t>Automated static analysis of compiled HTTP servers
for exploitable command-injection preconditions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11274552" cy="64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88AA"/>
                </a:solidFill>
              </a:rPr>
              <a:t>Agentic LLM  ·  Joern CPG  ·  LangGraph  ·  50-sample corpus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What are we trying to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F1"/>
                </a:solidFill>
              </a:rPr>
              <a:t>›  Given a compiled C binary (stripped HTTP server) — no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990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F1"/>
                </a:solidFill>
              </a:rPr>
              <a:t>›  Determine whether a command-injection vulnerability is exploitable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4650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F1"/>
                </a:solidFill>
              </a:rPr>
              <a:t>›  Identify the exact configuration preconditions required to reach the sink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9397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F1"/>
                </a:solidFill>
              </a:rPr>
              <a:t>›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4144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F1"/>
                </a:solidFill>
              </a:rPr>
              <a:t>›  Preconditions may be: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19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788AA"/>
                </a:solidFill>
              </a:rPr>
              <a:t>›  CLI flags that must be present at startup  (--exec-mode)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36391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788AA"/>
                </a:solidFill>
              </a:rPr>
              <a:t>›  Config-file keys with specific values  (exec_mode =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10652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788AA"/>
                </a:solidFill>
              </a:rPr>
              <a:t>›  A prior HTTP request that initialises runtime state  (POST /exec/init)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3133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F1"/>
                </a:solidFill>
              </a:rPr>
              <a:t>›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7880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F1"/>
                </a:solidFill>
              </a:rPr>
              <a:t>›  The corpus is 190+ synthetically patched binaries across 12 HTTP server codebases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F1"/>
                </a:solidFill>
              </a:rPr>
              <a:t>›  Ground truth: verified PoC shell scripts + JSON precondition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Agentic static analysis — no binary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3657600" cy="20116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Static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1"/>
                </a:solidFill>
              </a:rPr>
              <a:t>Joern code property graph,
objdump disassembly, string extraction.
No dynamic execution or sandboxing.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3657600" cy="20116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LLM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1"/>
                </a:solidFill>
              </a:rPr>
              <a:t>Claude traces call graphs, reads assembly,
identifies gate variables and their config
source across function boundaries.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234440"/>
            <a:ext cx="3657600" cy="20116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Verified 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1"/>
                </a:solidFill>
              </a:rPr>
              <a:t>A synthesise → verify loop runs up to 3×.
Each iteration refines the precondition
hypothesis against binary evidence.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611880"/>
            <a:ext cx="1261872" cy="822960"/>
          </a:xfrm>
          <a:prstGeom prst="rect">
            <a:avLst/>
          </a:prstGeom>
          <a:solidFill>
            <a:srgbClr val="1A1E35"/>
          </a:solidFill>
          <a:ln w="1016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703320"/>
            <a:ext cx="1170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find_sinks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79" y="386791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64207" y="3611880"/>
            <a:ext cx="1261872" cy="822960"/>
          </a:xfrm>
          <a:prstGeom prst="rect">
            <a:avLst/>
          </a:prstGeom>
          <a:solidFill>
            <a:srgbClr val="1A1E35"/>
          </a:solidFill>
          <a:ln w="1016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9928" y="3703320"/>
            <a:ext cx="1170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check_input_reach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5" y="386791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80944" y="3611880"/>
            <a:ext cx="1261872" cy="822960"/>
          </a:xfrm>
          <a:prstGeom prst="rect">
            <a:avLst/>
          </a:prstGeom>
          <a:solidFill>
            <a:srgbClr val="1A1E35"/>
          </a:solidFill>
          <a:ln w="1016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6663" y="3703320"/>
            <a:ext cx="1170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trace_gate +
classify_source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386791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611880"/>
            <a:ext cx="1261872" cy="822960"/>
          </a:xfrm>
          <a:prstGeom prst="rect">
            <a:avLst/>
          </a:prstGeom>
          <a:solidFill>
            <a:srgbClr val="1A1E35"/>
          </a:solidFill>
          <a:ln w="1016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703320"/>
            <a:ext cx="1170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trace_input_path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386791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4416" y="3611880"/>
            <a:ext cx="1261872" cy="822960"/>
          </a:xfrm>
          <a:prstGeom prst="rect">
            <a:avLst/>
          </a:prstGeom>
          <a:solidFill>
            <a:srgbClr val="1A1E35"/>
          </a:solidFill>
          <a:ln w="1016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0136" y="3703320"/>
            <a:ext cx="1170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assess_sanitization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1424" y="386791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31151" y="3611880"/>
            <a:ext cx="1261872" cy="822960"/>
          </a:xfrm>
          <a:prstGeom prst="rect">
            <a:avLst/>
          </a:prstGeom>
          <a:solidFill>
            <a:srgbClr val="1A1E35"/>
          </a:solidFill>
          <a:ln w="1016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1" y="3703320"/>
            <a:ext cx="1170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synthesize
preconditions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386791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3611880"/>
            <a:ext cx="1261872" cy="822960"/>
          </a:xfrm>
          <a:prstGeom prst="rect">
            <a:avLst/>
          </a:prstGeom>
          <a:solidFill>
            <a:srgbClr val="1A1E35"/>
          </a:solidFill>
          <a:ln w="1016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3703320"/>
            <a:ext cx="1170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causal_verify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386791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8DFF"/>
                </a:solidFill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64624" y="3611880"/>
            <a:ext cx="1261872" cy="822960"/>
          </a:xfrm>
          <a:prstGeom prst="rect">
            <a:avLst/>
          </a:prstGeom>
          <a:solidFill>
            <a:srgbClr val="1A1E35"/>
          </a:solidFill>
          <a:ln w="1016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10344" y="3703320"/>
            <a:ext cx="117043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aggregate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617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88AA"/>
                </a:solidFill>
              </a:rPr>
              <a:t>LangGraph — parallel per-sink fan-out via Send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462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CE8B4"/>
                </a:solidFill>
              </a:rPr>
              <a:t>Synthesise / Verify loop (up to 3 retries)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4736592"/>
            <a:ext cx="3840480" cy="36576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Causal Link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All four links must hold for an Exploitable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2743200" cy="256032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743200" cy="20116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1  config → variable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The CLI flag / config key / HTTP init request
actually writes the gate variable into memory.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143000"/>
            <a:ext cx="2743200" cy="256032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143000"/>
            <a:ext cx="2743200" cy="201168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2070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2  variable →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600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That stored variable is the one tested in the
branch instruction guarding the sink call.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2743200" cy="256032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2743200" cy="201168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070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55"/>
                </a:solidFill>
              </a:rPr>
              <a:t>3  gate → sink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When the branch is satisfied, execution reaches
the sink with no additional blocking condition.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143000"/>
            <a:ext cx="2743200" cy="256032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143000"/>
            <a:ext cx="2743200" cy="201168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2070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4  input → argument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6002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The HTTP-supplied payload becomes the
(untransformed) argument to the sink function.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1554480" cy="685800"/>
          </a:xfrm>
          <a:prstGeom prst="rect">
            <a:avLst/>
          </a:prstGeom>
          <a:solidFill>
            <a:srgbClr val="1A1E35"/>
          </a:solidFill>
          <a:ln w="1905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42232"/>
            <a:ext cx="146303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8DFF"/>
                </a:solidFill>
              </a:rPr>
              <a:t>Config
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39" y="42702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788AA"/>
                </a:solidFill>
              </a:rPr>
              <a:t>──›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069080"/>
            <a:ext cx="1554480" cy="685800"/>
          </a:xfrm>
          <a:prstGeom prst="rect">
            <a:avLst/>
          </a:prstGeom>
          <a:solidFill>
            <a:srgbClr val="1A1E35"/>
          </a:solidFill>
          <a:ln w="1905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142232"/>
            <a:ext cx="146303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8DFF"/>
                </a:solidFill>
              </a:rPr>
              <a:t>Gate
variable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2702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788AA"/>
                </a:solidFill>
              </a:rPr>
              <a:t>──›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59" y="4069080"/>
            <a:ext cx="1554480" cy="685800"/>
          </a:xfrm>
          <a:prstGeom prst="rect">
            <a:avLst/>
          </a:prstGeom>
          <a:solidFill>
            <a:srgbClr val="1A1E35"/>
          </a:solidFill>
          <a:ln w="19050">
            <a:solidFill>
              <a:srgbClr val="7C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79" y="4142232"/>
            <a:ext cx="146303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E8B4"/>
                </a:solidFill>
              </a:rPr>
              <a:t>Branch
guard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2702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788AA"/>
                </a:solidFill>
              </a:rPr>
              <a:t>──›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19" y="4069080"/>
            <a:ext cx="1554480" cy="685800"/>
          </a:xfrm>
          <a:prstGeom prst="rect">
            <a:avLst/>
          </a:prstGeom>
          <a:solidFill>
            <a:srgbClr val="1A1E35"/>
          </a:solidFill>
          <a:ln w="19050">
            <a:solidFill>
              <a:srgbClr val="FFC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39" y="4142232"/>
            <a:ext cx="146303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55"/>
                </a:solidFill>
              </a:rPr>
              <a:t>Sink
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19" y="42702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788AA"/>
                </a:solidFill>
              </a:rPr>
              <a:t>──›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4069080"/>
            <a:ext cx="1554480" cy="685800"/>
          </a:xfrm>
          <a:prstGeom prst="rect">
            <a:avLst/>
          </a:prstGeom>
          <a:solidFill>
            <a:srgbClr val="1A1E35"/>
          </a:solidFill>
          <a:ln w="19050">
            <a:solidFill>
              <a:srgbClr val="FF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4142232"/>
            <a:ext cx="1463039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C5C"/>
                </a:solidFill>
              </a:rPr>
              <a:t>Argument
(payload)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788AA"/>
                </a:solidFill>
              </a:rPr>
              <a:t>Each link eliminates a different class of false positive — a 'dead code' sink, a hardcoded constant, wrong entry point, or wrong config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Corpus Taxonomy  (C / I / S axes)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Each sample labelled on three independent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3657600" cy="502920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3657600" cy="22860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1338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C — Configuration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C1   — one CLI flag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039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C1b — two CLI flags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5694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C1c — three or more CLI flags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09981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C2   — config-file key(s)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6301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C3   — config file + runtime HTTP init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657600" cy="502920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657600" cy="228600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1338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I — Input hop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I1  — input received and passed to sink
       in the same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039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I2  — one intermediate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5694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I3  — two or more intermediate functions
       (multi-hop taint path)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97280"/>
            <a:ext cx="3657600" cy="502920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97280"/>
            <a:ext cx="3657600" cy="22860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13385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C5C"/>
                </a:solidFill>
              </a:rPr>
              <a:t>S — Sanitization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S1  — no sanitization present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039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S2  — sanitization present but bypassable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56946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S3  — config-gated sanitization
       (must be absent for exploitation)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093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88AA"/>
                </a:solidFill>
              </a:rPr>
              <a:t>Labels are inferred by the scoring layer from agent output — the agent never sees the taxonomy.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Analysis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Tools available to the LLM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Tool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78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078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11338560" cy="36576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11338560" cy="53035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asm_function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55448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88AA"/>
                </a:solidFill>
              </a:rPr>
              <a:t>objdump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55448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Disassemble a named function — always tried first; no JVM overhead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11680"/>
            <a:ext cx="11338560" cy="530352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joern_get_variable_defs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10312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88AA"/>
                </a:solidFill>
              </a:rPr>
              <a:t>Joern CPG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10312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Find all assignments to a variable across function boundaries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60320"/>
            <a:ext cx="11338560" cy="53035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65176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joern_trace_condition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6517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88AA"/>
                </a:solidFill>
              </a:rPr>
              <a:t>Joern CPG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65176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Find dominating branch conditions at a specific address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08960"/>
            <a:ext cx="11338560" cy="530352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joern_get_callers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20040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88AA"/>
                </a:solidFill>
              </a:rPr>
              <a:t>Joern CPG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20040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List all callers of a function (call graph traversal)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57600"/>
            <a:ext cx="11338560" cy="53035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49039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joern_forward_taint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374903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88AA"/>
                </a:solidFill>
              </a:rPr>
              <a:t>Joern CPG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749039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Forward dataflow taint from an HTTP source to the sink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206240"/>
            <a:ext cx="11338560" cy="530352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97679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binary_strings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29767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88AA"/>
                </a:solidFill>
              </a:rPr>
              <a:t>strings(1)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297679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Extract printable strings — used to verify flag / key names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754879"/>
            <a:ext cx="11338560" cy="53035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846319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joern_raw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4846319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88AA"/>
                </a:solidFill>
              </a:rPr>
              <a:t>Joern CPG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846319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Arbitrary Scala CPG query — last resort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303520"/>
            <a:ext cx="11338560" cy="530352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39496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E8B4"/>
                </a:solidFill>
              </a:rPr>
              <a:t>angr_solve_value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53949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88AA"/>
                </a:solidFill>
              </a:rPr>
              <a:t>angr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39496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Symbolic execution to find a non-obvious comparison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Results  (50 samples)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After corpus ground-truth fixes and scoring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2743200" cy="13258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Full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7CE8B4"/>
                </a:solidFill>
              </a:rPr>
              <a:t>91.3%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43000"/>
            <a:ext cx="2743200" cy="13258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Verdict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5B8DFF"/>
                </a:solidFill>
              </a:rPr>
              <a:t>95.7%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2743200" cy="13258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Prec.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5B8DFF"/>
                </a:solidFill>
              </a:rPr>
              <a:t>0.94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143000"/>
            <a:ext cx="2743200" cy="132588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Prec.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463040"/>
            <a:ext cx="25603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5B8DFF"/>
                </a:solidFill>
              </a:rPr>
              <a:t>0.89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43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FF"/>
                </a:solidFill>
              </a:rPr>
              <a:t>Full accuracy by C-axis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154680"/>
            <a:ext cx="5029200" cy="43891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278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E8B4"/>
                </a:solidFill>
              </a:rPr>
              <a:t>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278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1"/>
                </a:solidFill>
              </a:rPr>
              <a:t>10/10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300984"/>
            <a:ext cx="2743200" cy="201168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2278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E8B4"/>
                </a:solidFill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30168"/>
            <a:ext cx="5029200" cy="438912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FF"/>
                </a:solidFill>
              </a:rPr>
              <a:t>C1b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1"/>
                </a:solidFill>
              </a:rPr>
              <a:t>7/9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3776472"/>
            <a:ext cx="2134209" cy="20116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0249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DFF"/>
                </a:solidFill>
              </a:rPr>
              <a:t>77.8%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105656"/>
            <a:ext cx="5029200" cy="43891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788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FF"/>
                </a:solidFill>
              </a:rPr>
              <a:t>C1c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178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1"/>
                </a:solidFill>
              </a:rPr>
              <a:t>10/11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4251960"/>
            <a:ext cx="2493568" cy="20116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99608" y="41788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DFF"/>
                </a:solidFill>
              </a:rPr>
              <a:t>90.9%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581144"/>
            <a:ext cx="5029200" cy="438912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542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FF"/>
                </a:solidFill>
              </a:rPr>
              <a:t>C2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6542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1"/>
                </a:solidFill>
              </a:rPr>
              <a:t>6/7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4727448"/>
            <a:ext cx="2350922" cy="20116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6962" y="46542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8DFF"/>
                </a:solidFill>
              </a:rPr>
              <a:t>85.7%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056632"/>
            <a:ext cx="5029200" cy="43891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1297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E8B4"/>
                </a:solidFill>
              </a:rPr>
              <a:t>C3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1297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F1"/>
                </a:solidFill>
              </a:rPr>
              <a:t>9/9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5202936"/>
            <a:ext cx="2743200" cy="201168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512978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E8B4"/>
                </a:solidFill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2743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FF"/>
                </a:solidFill>
              </a:rPr>
              <a:t>Other axes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3154680"/>
            <a:ext cx="5760720" cy="43891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2278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C-axis accuracy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32278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5B8DFF"/>
                </a:solidFill>
              </a:rPr>
              <a:t>89.1%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630168"/>
            <a:ext cx="5760720" cy="438912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S-axis accuracy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703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7C5C"/>
                </a:solidFill>
              </a:rPr>
              <a:t>52.2%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4105656"/>
            <a:ext cx="5760720" cy="43891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4178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I-axis accuracy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41788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7C5C"/>
                </a:solidFill>
              </a:rPr>
              <a:t>43.5%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4581144"/>
            <a:ext cx="5760720" cy="438912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46542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Duration p50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46542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7788AA"/>
                </a:solidFill>
              </a:rPr>
              <a:t>374 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5056632"/>
            <a:ext cx="5760720" cy="438912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5129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1"/>
                </a:solidFill>
              </a:rPr>
              <a:t>Duration p95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51297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7788AA"/>
                </a:solidFill>
              </a:rPr>
              <a:t>932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Engineering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What we learned building and evaluating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38560" cy="123444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64592" cy="123444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7043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Corpus ground-truth bug — wrong flag names in 25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Ground truth used template names (--exec-logging, --exec-init) not compiled into the binaries.
Fixed by extracting actual flags from PoC scripts. Raised full accuracy +9 points.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450591"/>
            <a:ext cx="11338560" cy="123444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50591"/>
            <a:ext cx="164592" cy="1234440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4203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Multi-sink aggregation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26079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Picking 'fewest preconditions' as canonical selected trivial CGI sinks over the intended exec sink.
Fixed in scoring: evaluate all exploitable sinks, credit the best-matching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22191"/>
            <a:ext cx="11338560" cy="123444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822191"/>
            <a:ext cx="164592" cy="1234440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913631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C3 token matching too strict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97679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Runtime init tokens (e.g. s3cr3t) come from a config file at runtime — not in the binary.
Fixed: scoring ignores the token value for runtime_state preconditions; matches on route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193792"/>
            <a:ext cx="11338560" cy="123444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5193792"/>
            <a:ext cx="164592" cy="1234440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285231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Upstream gate tracing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669279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Agent only searched for gate conditions in the sink's immediate caller, missing flags checked
in dispatcher functions one or two levels up. Fixed via explicit caller-tracing prompt guidance.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Remaining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What's still hard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38560" cy="1207008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64592" cy="1207008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52144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C5C"/>
                </a:solidFill>
              </a:rPr>
              <a:t>S-axis accuracy  52%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Distinguishing S1 (no sanitization) from S2 (bypassable) requires the agent's
sanitization evidence — now stored in SinkResult; will improve on fresh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432304"/>
            <a:ext cx="11338560" cy="1207008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32304"/>
            <a:ext cx="164592" cy="1207008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05456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C5C"/>
                </a:solidFill>
              </a:rPr>
              <a:t>I-axis accuracy  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8950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hop_count not stored in old cached results; inference only works for fresh runs
that include input-path analysis with the updated schema.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785615"/>
            <a:ext cx="11338560" cy="1207008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785615"/>
            <a:ext cx="164592" cy="1207008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8587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C5C"/>
                </a:solidFill>
              </a:rPr>
              <a:t>Kore short flags  (-A -B -C)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42816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Single-char getopt options are not string literals — strings(1) can't find them.
Agent must read the getopt() option string in assembly to recover flag chars.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138927"/>
            <a:ext cx="11338560" cy="1207008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5138927"/>
            <a:ext cx="164592" cy="1207008"/>
          </a:xfrm>
          <a:prstGeom prst="rect">
            <a:avLst/>
          </a:prstGeom>
          <a:solidFill>
            <a:srgbClr val="77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212079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788AA"/>
                </a:solidFill>
              </a:rPr>
              <a:t>C1b accuracy  78%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596127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Two-flag cases still miss upstream gates in some binaries; caller-tracing prompt
improvements should help on fresh runs. Kore samples are structurally harder.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Improvements Made During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Prompt, scoring, and infrastructure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0789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0789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FF"/>
                </a:solidFill>
              </a:rPr>
              <a:t>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11338560" cy="36576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44752"/>
            <a:ext cx="11338560" cy="521207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3619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E8B4"/>
                </a:solidFill>
              </a:rPr>
              <a:t>trace_and_classify_gate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5361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Explicit caller-tracing (joern_get_callers + asm on each caller)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5361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Finds upstream dispatcher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93392"/>
            <a:ext cx="11338560" cy="521207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8483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E8B4"/>
                </a:solidFill>
              </a:rPr>
              <a:t>trace_and_classify_gate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0848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Mandatory binary_strings verification before reporting any flag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848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Eliminates hallucinated flag names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42032"/>
            <a:ext cx="11338560" cy="521207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63347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E8B4"/>
                </a:solidFill>
              </a:rPr>
              <a:t>causal_verify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6334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Sharpened verdict rules: NotExploitable = structural only; wrong values → Inconclusive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6334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Enables retry on bad hypotheses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090672"/>
            <a:ext cx="11338560" cy="521207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18211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E8B4"/>
                </a:solidFill>
              </a:rPr>
              <a:t>synthesize_preconditions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1821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Completeness rule for N independent flags; token sourcing from gate_conditions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182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Reduces missing-flag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39312"/>
            <a:ext cx="11338560" cy="521207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3075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E8B4"/>
                </a:solidFill>
              </a:rPr>
              <a:t>causal_verify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37307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Store sanitization assessment in SinkResult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7307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Enables S2 vs S1 distinction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87952"/>
            <a:ext cx="11338560" cy="521207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27939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E8B4"/>
                </a:solidFill>
              </a:rPr>
              <a:t>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2793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Best-sink matching: score against all exploitable sinks, take highest recall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27939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+9 pt full accuracy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736592"/>
            <a:ext cx="11338560" cy="521207"/>
          </a:xfrm>
          <a:prstGeom prst="rect">
            <a:avLst/>
          </a:prstGeom>
          <a:solidFill>
            <a:srgbClr val="1A1E35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828031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E8B4"/>
                </a:solidFill>
              </a:rPr>
              <a:t>scoring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482803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Relax runtime_state value matching — token is not statically determinable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82803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C3: 0/9 → 9/9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285232"/>
            <a:ext cx="11338560" cy="521207"/>
          </a:xfrm>
          <a:prstGeom prst="rect">
            <a:avLst/>
          </a:prstGeom>
          <a:solidFill>
            <a:srgbClr val="13172A"/>
          </a:solidFill>
          <a:ln w="508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37667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E8B4"/>
                </a:solidFill>
              </a:rPr>
              <a:t>state.py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376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_keep_last reducer on binary/joern_cpg fields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53766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88AA"/>
                </a:solidFill>
              </a:rPr>
              <a:t>Fixes parallel-sink crashes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How we measure the agent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eval.py — batch runner with flags: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0743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88AA"/>
                </a:solidFill>
              </a:rPr>
              <a:t>--all / -n N / --sample 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9927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88AA"/>
                </a:solidFill>
              </a:rPr>
              <a:t>--filter C3 / --filter darkhttpd  (AND-able)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39111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88AA"/>
                </a:solidFill>
              </a:rPr>
              <a:t>--resume  (skip completed samples)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68295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88AA"/>
                </a:solidFill>
              </a:rPr>
              <a:t>--rescore  (re-score cached results, no API calls)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79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88AA"/>
                </a:solidFill>
              </a:rPr>
              <a:t>--workers N  (parallel threads)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26663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88AA"/>
                </a:solidFill>
              </a:rPr>
              <a:t>--logs  (per-sample DEBUG log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55847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85031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Result files: eval_results/&lt;sample&gt;.json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5"/>
            <a:ext cx="5257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788AA"/>
                </a:solidFill>
              </a:rPr>
              <a:t>Contains: AnalysisResult, score dict, duration, log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4340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7258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Joern CPG cached per binary — rebuild only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0176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Per-sample timeout (default 600 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3095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Graceful SIGTERM handler — cleans up Joern servers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051560"/>
            <a:ext cx="5349240" cy="5394960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FF"/>
                </a:solidFill>
              </a:rPr>
              <a:t>Scoring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508760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›  Verdict accuracy  (Exploitable / NotExploitable / Inconclusive)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11095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›  Precondition recall  (fraction of required flags found)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13432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›  Precondition precision  (fraction of predicted flags that are correct)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71576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›  Full accuracy  (verdict correct AND recall = 1.0)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18103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›  C-axis / S-axis / I-axis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520439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›  False-exploitable / false-not-exploitable / gave-up 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922776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›  Duration p50 / p95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623560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88AA"/>
                </a:solidFill>
              </a:rPr>
              <a:t>Ground truth: ground_truth.json per sample
PoC.sh: verified exploit script (source of truth for flag names)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30352"/>
            <a:ext cx="11274552" cy="54864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F1"/>
                </a:solidFill>
              </a:rPr>
              <a:t>What to tackle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11338560" cy="1207008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64592" cy="1207008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26464"/>
            <a:ext cx="347472" cy="347472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0F1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152144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8DFF"/>
                </a:solidFill>
              </a:rPr>
              <a:t>Run full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53619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Fresh 190-sample run with all prompt and scoring improvements to get clean baseline numbers.
Especially needed for S-axis and I-axis which rely on data only stored in new runs.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32304"/>
            <a:ext cx="11338560" cy="1207008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432304"/>
            <a:ext cx="164592" cy="1207008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779776"/>
            <a:ext cx="347472" cy="347472"/>
          </a:xfrm>
          <a:prstGeom prst="rect">
            <a:avLst/>
          </a:prstGeom>
          <a:solidFill>
            <a:srgbClr val="7CE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797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0F1A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505456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E8B4"/>
                </a:solidFill>
              </a:rPr>
              <a:t>Kore getopt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889504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Teach the agent to extract single-char getopt option strings from the binary (e.g. read
the getopt() call's option-string argument in assembly) to find -A/-B/-C style flags.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785615"/>
            <a:ext cx="11338560" cy="1207008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785615"/>
            <a:ext cx="164592" cy="1207008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133087"/>
            <a:ext cx="347472" cy="347472"/>
          </a:xfrm>
          <a:prstGeom prst="rect">
            <a:avLst/>
          </a:prstGeom>
          <a:solidFill>
            <a:srgbClr val="FF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13308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0F1A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85876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C5C"/>
                </a:solidFill>
              </a:rPr>
              <a:t>S-axis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242816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With sanitization evidence now stored in results, fresh runs should distinguish S1/S2.
Investigate S3→S1 misses where config-gated sanitization isn't detected.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138927"/>
            <a:ext cx="11338560" cy="1207008"/>
          </a:xfrm>
          <a:prstGeom prst="rect">
            <a:avLst/>
          </a:prstGeom>
          <a:solidFill>
            <a:srgbClr val="1A1E35"/>
          </a:solidFill>
          <a:ln w="12700">
            <a:solidFill>
              <a:srgbClr val="2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5138927"/>
            <a:ext cx="164592" cy="1207008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486399"/>
            <a:ext cx="347472" cy="347472"/>
          </a:xfrm>
          <a:prstGeom prst="rect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48639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0F1A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212079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C55"/>
                </a:solidFill>
              </a:rPr>
              <a:t>Remaining corpus ground truth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596127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Kore samples still have unverified flag names; lwan/h2o may need C-axis reclassification.
Run the PoC scripts directly to confirm exactly which flags each binary requires.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